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TOC 制约理论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企业持续增长的核心方法论</a:t>
            </a:r>
            <a:br/>
            <a:r>
              <a:t>休闲食品经销商必备思维框架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什么是 TOC？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制约理论 (Theory of Constraints)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核心思想：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任何系统都存在少数'制约因素'（瓶颈）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找出并突破这些瓶颈，就能提升整体绩效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木桶原理：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系统的强度取决于最薄弱的环节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创始人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Eliyahu M. Goldratt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以色列物理学家 &amp; 企业管理顾问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1970年代末创立制约理论TOC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代表著作：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《目标》- 以小说形式阐述TOC原理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《关键链》- 项目管理中的应用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《仍然不足够》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三大核心指标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 (Throughput) - 有效产出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销售产品产生的收入 = 销售收入 - 原材料成本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I (Inventory) - 库存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系统投入的所有资金（原材料、在制品、成品）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OE (Operating Expense) - 运营费用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将库存转化为有效产出的所有花费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核心公式：净利润 = T - OE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有效产出 (Throughput)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计算公式：有效产出 = 销售收入 - 完全变动成本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核心原则：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必须已销售才算有效产出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有效产出可以无限增长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不卖 = 0产出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生产多 ≠ 有效产出高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关键思维：关注收入增长，而非只是降低成本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库存 (Inventory)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TOC 观点：库存是负债，不是资产！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包含内容：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原材料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在制品 (WIP)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成品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报废物品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管理方法：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动态缓冲管理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瓶颈导向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保持'刚刚好'库存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运营费用 (Operating Expense)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定义：将库存转化为有效产出的所有花费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包含内容：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固定费用：租金、保险、行政工资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变动费用：水电、运输、销售佣金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销售费用：广告、展会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管理费用：办公、研发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TOC特别说明：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原材料计入变动成本，劳动力通常算运营费用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五大步骤 (Five Focusing Steps)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1. 识别制约 - 找出系统中的瓶颈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2. 开发制约 - 充分利用现有瓶颈产能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3. 从属同步 - 其他环节配合瓶颈节奏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4. 提升制约 - 增加资源突破瓶颈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5. 循环改进 - 打破后找新瓶颈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循环：打破一个瓶颈后，新瓶颈会出现 → 回到步骤1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步骤详解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步骤1 - 识别：用数据/观察识别真正的制约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步骤2 - 开发：不投新资源，挖掘现有产能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步骤3 - 服从：其他环节配合瓶颈节奏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步骤4 - 提升：投入资源突破（最后才用）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步骤5 - 循环：持续改进，避免惰性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思维工具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回答三个核心问题：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改变什么？→ 现状树 (CRT)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找核心问题，分析因果关系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改成什么？→ 未来树 (FRT)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设计解决方案，验证可行性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如何改变？→ 冲突图+前提树+转化树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 制定详细行动计划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TOC vs 传统管理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传统管理：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焦点：局部优化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指标：成本会计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库存：资产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生产：越多越好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TOC：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焦点：整体系统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指标：有效产出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库存：负债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生产：卖出去才算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应用案例效果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通用效果 - 100+企业研究：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平均收入增长 68%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平均利润增长 82%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制造业：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通用汽车，波音、英特尔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缩短交付周期，提高准时率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得克萨斯食品：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不增加投资实现增产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18个月交付周期缩短75%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经销商应用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常见瓶颈：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客户集中度过高（前5大占比）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产品结构单一（依赖少数SKU）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渠道单一（批发为主，ToC低）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配送能力有限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解决方案：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客户多元化 - 分散风险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产品组合优化 - 增加高毛利品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渠道扩展 - ToC/电商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• 供应链优化 - 提升配送效率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D700"/>
                </a:solidFill>
              </a:defRPr>
            </a:pPr>
            <a: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TOC核心原则：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聚焦瓶颈 - 只解决关键问题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关注有效产出 - 收入增长优先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持续改进 - 不断寻找新瓶颈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系统思维 - 全局最优非局部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────────────────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TOC = 找到制约 → 突破制约 → 持续增长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D700"/>
                </a:solidFill>
              </a:defRPr>
            </a:pPr>
            <a: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让业务持续增长的思维框架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