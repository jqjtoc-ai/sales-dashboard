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销售数据分析报告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2026年3月1日 - 3月17日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一、销售概览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¥8,373,162</a:t>
            </a:r>
          </a:p>
          <a:p>
            <a:pPr algn="ctr">
              <a:defRPr sz="1600"/>
            </a:pPr>
            <a:r>
              <a:t>销售总额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36,829</a:t>
            </a:r>
          </a:p>
          <a:p>
            <a:pPr algn="ctr">
              <a:defRPr sz="1600"/>
            </a:pPr>
            <a:r>
              <a:t>销售笔数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1,417</a:t>
            </a:r>
          </a:p>
          <a:p>
            <a:pPr algn="ctr">
              <a:defRPr sz="1600"/>
            </a:pPr>
            <a:r>
              <a:t>客户数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1,709</a:t>
            </a:r>
          </a:p>
          <a:p>
            <a:pPr algn="ctr">
              <a:defRPr sz="1600"/>
            </a:pPr>
            <a:r>
              <a:t>产品数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二、部门销售占比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02北区包场-高州: ¥1,104,870 (13.2%)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01南区包场: ¥1,071,738 (12.8%)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06化州区: ¥473,967 (5.7%)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05电白区: ¥426,461 (5.1%)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07高州区: ¥397,195 (4.7%)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04茂南区: ¥370,402 (4.4%)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茂名销售部: ¥368,917 (4.4%)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02北区包场-信宜: ¥262,814 (3.1%)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08信宜区: ¥258,977 (3.1%)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茂名市至汇贸易有限公司: ¥58,524 (0.7%)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09包装部: ¥8,729 (0.1%)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三、畅销产品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1. 原色进口开心果1*10kg: ¥53,432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2. 爱乡亲蛋奶华夫饼1*2.5kg: ¥51,902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3. 爱乡亲薄皮肉松饼1*2.5kg: ¥47,828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4. 鹿茸菇: ¥42,240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5. 爱乡亲唱片面包1*2.5kg: ¥40,472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6. 徐福记（4104/散巧）奇欧比小金币原味2*3kg: ¥39,526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7. 爱乡亲蛋黄酥1*2.5kg: ¥38,692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8. 甘竹豆豉鲮鱼1*24（白）: ¥37,474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9. 夏威夷果: ¥31,740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10. 豪士虎皮蛋糕1*2kg: ¥31,130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四、供应商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1. 徐福记: ¥678,186 (8.1%)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2. 新五谷杂粮类: ¥648,973 (7.8%)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3. 爱乡亲: ¥363,571 (4.3%)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4. 豪士（天冠食品）: ¥241,980 (2.9%)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5. 新凉果: ¥186,448 (2.2%)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6. 盐津铺子: ¥182,536 (2.2%)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7. 甜蜜1派果冻: ¥122,022 (1.5%)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8. 小恩爱: ¥121,641 (1.5%)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9. 永得利饼干: ¥105,106 (1.3%)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10. 甘竹鱼: ¥90,431 (1.1%)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五、业务员排名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1. 0101朱秋眉: ¥449,656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2. （宇越）金港湾: ¥434,627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3. （骏华）龙山多客隆（散柜）: ¥111,491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4. 0201傅豪运: ¥105,144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5. 马踏平民散柜（星期日不收货）: ¥96,777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六、经营建议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重点发展高州/南区包场业务（占比超25%）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2. 爱乡亲品牌销售强劲，可增加推广资源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3. 维护惠多多超市等核心客户关系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4. 优化库存周转，合理备货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5. 关注业务员金港湾/朱秋眉的成功经验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